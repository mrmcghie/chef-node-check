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embeddedFontLst>
    <p:embeddedFont>
      <p:font typeface="IBM Plex Sans Medium" panose="020B0603050203000203" pitchFamily="34" charset="0"/>
      <p:regular r:id="rId28"/>
    </p:embeddedFont>
    <p:embeddedFont>
      <p:font typeface="Roboto" panose="02000000000000000000" pitchFamily="2" charset="0"/>
      <p:regular r:id="rId29"/>
    </p:embeddedFont>
    <p:embeddedFont>
      <p:font typeface="Roboto Bold" panose="02000000000000000000" pitchFamily="2" charset="0"/>
      <p:regular r:id="rId3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theme" Target="theme/theme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font" Target="fonts/font2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viewProps" Target="view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font" Target="fonts/font1.fntdata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notesMaster" Target="notesMasters/notesMaster1.xml" /><Relationship Id="rId30" Type="http://schemas.openxmlformats.org/officeDocument/2006/relationships/font" Target="fonts/font3.fntdata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6B63E-A296-6147-8786-6C76BF5E5669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B66CEC-ECA7-DC40-9314-5275A419FE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87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224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92C32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Relationship Id="rId6" Type="http://schemas.openxmlformats.org/officeDocument/2006/relationships/image" Target="../media/image6.svg" /><Relationship Id="rId5" Type="http://schemas.openxmlformats.org/officeDocument/2006/relationships/image" Target="../media/image5.svg" /><Relationship Id="rId4" Type="http://schemas.openxmlformats.org/officeDocument/2006/relationships/image" Target="../media/image4.sv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Relationship Id="rId5" Type="http://schemas.openxmlformats.org/officeDocument/2006/relationships/image" Target="../media/image14.jpeg" /><Relationship Id="rId4" Type="http://schemas.openxmlformats.org/officeDocument/2006/relationships/image" Target="../media/image13.jpe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 /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 /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 /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2.xml" 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 /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2.xml" 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 /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2.xml" 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 /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2.xml" 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 /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27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68952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Mastering Chef Automate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563640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Visibility, Compliance, and Automation at Scale — a comprehensive guide from foundational concepts to advanced enterprise usage.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9625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Agenda: What We'll Cover Today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6492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foundational concepts to advanced mastery — here's your roadmap for this session.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799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61475" y="2775843"/>
            <a:ext cx="5339820" cy="2540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475" y="2921099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Platform Foundations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329781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Chef Automate is, its core components, and how it unifies infrastructure observability.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190301" y="2479973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775843"/>
            <a:ext cx="5339919" cy="2540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90301" y="2921099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Basic Use Cases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190301" y="3329781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 management, patch automation, compliance scanning, visibility, and RBAC.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26531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61475" y="4561185"/>
            <a:ext cx="5339820" cy="2540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1475" y="4706441"/>
            <a:ext cx="533982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Graphs &amp; Visualization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61475" y="5115123"/>
            <a:ext cx="533982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Dashboards, trend lines, event feeds, and filtering across your fleet.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190301" y="4265315"/>
            <a:ext cx="378014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190301" y="4561185"/>
            <a:ext cx="5339919" cy="25400"/>
          </a:xfrm>
          <a:prstGeom prst="rect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90301" y="4706441"/>
            <a:ext cx="533991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Best Practices &amp; Advanced Usage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6190301" y="5115123"/>
            <a:ext cx="533991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Tagging strategies, CI/CD pipelines, multi-cloud, SIEM integrations, and custom compliance profiles.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2358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Is Chef Automate?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110012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Chef Automate is a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unified infrastructure observability and compliance platform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built on top of the Chef ecosystem. It provides a single pane of glass for monitoring node health, enforcing policy, auditing compliance, and delivering applications — across any cloud, on-premise, or hybrid environment.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0905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Core Components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497806"/>
            <a:ext cx="11478330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Chef Automate brings together four tightly integrated pillars that collectively power enterprise-grade infrastructure automation.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85764"/>
            <a:ext cx="5345673" cy="2061964"/>
          </a:xfrm>
          <a:prstGeom prst="roundRect">
            <a:avLst>
              <a:gd name="adj" fmla="val 133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4529" y="2168823"/>
            <a:ext cx="549261" cy="549275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5536" y="2319834"/>
            <a:ext cx="247148" cy="2471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529" y="2895402"/>
            <a:ext cx="49795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Chef Automate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44529" y="3287812"/>
            <a:ext cx="49795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central UI and API layer — dashboards, event feed, notifications, and RBAC.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84448" y="1985764"/>
            <a:ext cx="5345773" cy="2061964"/>
          </a:xfrm>
          <a:prstGeom prst="roundRect">
            <a:avLst>
              <a:gd name="adj" fmla="val 133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367502" y="2168823"/>
            <a:ext cx="549261" cy="549275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8509" y="2319834"/>
            <a:ext cx="247148" cy="2471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67502" y="2895402"/>
            <a:ext cx="497966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Infra Server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367502" y="3287812"/>
            <a:ext cx="497966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cookbooks, roles, environments, and node run lists at scale.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1475" y="4225032"/>
            <a:ext cx="5345673" cy="2061964"/>
          </a:xfrm>
          <a:prstGeom prst="roundRect">
            <a:avLst>
              <a:gd name="adj" fmla="val 133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4529" y="4408091"/>
            <a:ext cx="549261" cy="549275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5536" y="4559102"/>
            <a:ext cx="247148" cy="2471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4529" y="5134670"/>
            <a:ext cx="4979565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4529" y="5527080"/>
            <a:ext cx="497956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InSpec-powered scanning engine for auditing nodes against security benchmarks and custom profiles.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84448" y="4225032"/>
            <a:ext cx="5345773" cy="2061964"/>
          </a:xfrm>
          <a:prstGeom prst="roundRect">
            <a:avLst>
              <a:gd name="adj" fmla="val 1332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367502" y="4408091"/>
            <a:ext cx="549261" cy="549275"/>
          </a:xfrm>
          <a:prstGeom prst="ellipse">
            <a:avLst/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18509" y="4559102"/>
            <a:ext cx="247148" cy="2471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7502" y="5134670"/>
            <a:ext cx="4979664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Applications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6367502" y="5527080"/>
            <a:ext cx="4979664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Habitat-based application delivery with real-time service health monitoring.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2251" y="927497"/>
            <a:ext cx="1369780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45656" y="984151"/>
            <a:ext cx="17525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USE CASE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032251" y="1290241"/>
            <a:ext cx="3504219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Centralizing Node Management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8032251" y="3251200"/>
            <a:ext cx="3504219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Chef Automate aggregates node data from across your entire infrastructure — on-prem, cloud, and hybrid — into a single unified view. You can search, filter, and inspect every managed node by status, platform, environment, or cookbook, eliminating the need to SSH into individual machines to assess fleet health.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37469"/>
            <a:ext cx="1369780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1394123"/>
            <a:ext cx="17525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USE CASE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700213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Patch Management &amp; Configuration Drift Detection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3353991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Automated Patching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838277"/>
            <a:ext cx="520379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cookbook policies that enforce desired OS and package versions. Chef client runs continuously reconcile each node back to its declared state — ensuring patches are applied consistently and reliably across your fleet without manual intervention.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3164979"/>
            <a:ext cx="5476043" cy="2355453"/>
          </a:xfrm>
          <a:prstGeom prst="roundRect">
            <a:avLst>
              <a:gd name="adj" fmla="val 1204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5658" y="3353991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Drift Detection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3838277"/>
            <a:ext cx="5098029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 node deviates from its policy — a manual change, a rogue update, or a failed run — Chef Automate flags it immediately. Drift reports surface exactly which resources changed, so engineers can act before small deviations become major incidents.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23652"/>
            <a:ext cx="1369780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1180306"/>
            <a:ext cx="17525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USE CASE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86396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Running Compliance Scans with InSpec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856706"/>
            <a:ext cx="52037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InSpec profiles let you encode security and regulatory requirements as executable code. Chef Automate runs these profiles across your nodes on a schedule and surfaces pass/fail results per control, per node, and per profile — mapped to frameworks like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CIS Benchmarks, DISA STIGs, PCI-DSS, and HIPAA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841280"/>
            <a:ext cx="5203794" cy="1039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Built-in profiles for major compliance frameworks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Custom profiles for internal security policies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Waiver management for accepted risks</a:t>
            </a:r>
            <a:endParaRPr lang="en-US" sz="14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776" y="826988"/>
            <a:ext cx="5203794" cy="520392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910358"/>
            <a:ext cx="1369780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4879" y="1967012"/>
            <a:ext cx="17525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USE CASE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27310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Real-Time Visibility Into Cookbook Run Status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737868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Chef client run — successful or failed — is reported back to Chef Automate in real time. The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Infrastructure dashboard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shows run history, failure counts, resource changes, and error messages, giving ops teams immediate insight into what ran, what changed, and what broke.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529457"/>
            <a:ext cx="1369780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1586111"/>
            <a:ext cx="17525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BASIC USE CASE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8922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Role-Based Access Control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766318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Chef Automate's RBAC system ensures the right people have access to the right data — and nothing more.</a:t>
            </a:r>
            <a:endParaRPr lang="en-US" sz="14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81362"/>
            <a:ext cx="3496877" cy="20471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77479" y="349577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Teams &amp; Users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977479" y="3904456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local users or LDAP/SAML identities to Automate teams. Assign roles at the project or resource level.</a:t>
            </a:r>
            <a:endParaRPr lang="en-US" sz="14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3281362"/>
            <a:ext cx="3496877" cy="20471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3363" y="349577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Projects &amp; Policies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4663363" y="3904456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 nodes, compliance results, and event data by project — isolating visibility across business units or environments.</a:t>
            </a:r>
            <a:endParaRPr lang="en-US" sz="1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3281362"/>
            <a:ext cx="3496877" cy="20471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349247" y="3495774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 Roles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8349247" y="3904456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fine-grained permissions using Chef Automate's IAM v2 — controlling who can view, update, or delete specific resources.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09173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Graphs &amp; Visualization in Chef Automate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556496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Chef Automate transforms raw infrastructure telemetry into </a:t>
            </a:r>
            <a:r>
              <a:rPr lang="en-US" sz="1450" b="1" dirty="0">
                <a:solidFill>
                  <a:srgbClr val="FFBC8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actionable visual intelligence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Its built-in dashboards give engineers, security teams, and leadership a shared view of node health, compliance posture, and configuration change events — all without writing a single query.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962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The Three Core Dashboards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64879"/>
            <a:ext cx="2009923" cy="124221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8433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Infrastructure Dashboard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61475" y="425202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Displays node run status, failure rates, cookbook versions, and resource changes across your entire fleet in real time.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364879"/>
            <a:ext cx="2009923" cy="12422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63135" y="38433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Compliance Dashboard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4363135" y="425202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Visualizes InSpec scan results by profile, control, node, and environment — with trend lines showing compliance posture over time.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364879"/>
            <a:ext cx="2009923" cy="124221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4794" y="3843338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Event Feed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064794" y="4252020"/>
            <a:ext cx="346542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chronological stream of every change event — cookbook updates, policy changes, node check-ins — for traceability and auditing.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46989" cy="143470"/>
          </a:xfrm>
          <a:prstGeom prst="roundRect">
            <a:avLst>
              <a:gd name="adj" fmla="val 7905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14326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Visualizing Compliance Posture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444478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Compliance dashboard renders </a:t>
            </a:r>
            <a:r>
              <a:rPr lang="en-US" sz="7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trend lines</a:t>
            </a: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track your fleet's pass/fail ratio over time. Use these charts to: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61475" y="3600351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regression after infrastructure changes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remediation effectiveness over sprints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 audit-readiness to stakeholders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Pinpoint which controls or profiles are chronic failures</a:t>
            </a:r>
            <a:endParaRPr lang="en-US" sz="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46989" cy="143470"/>
          </a:xfrm>
          <a:prstGeom prst="roundRect">
            <a:avLst>
              <a:gd name="adj" fmla="val 7905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14326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Node Lifecycle Graph: Detecting Anomalies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104824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Node Lifecycle graph plots each node's check-in history over a configurable time window, making it easy to spot patterns that signal problems.</a:t>
            </a:r>
            <a:endParaRPr lang="en-US" sz="7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" y="1214735"/>
            <a:ext cx="10489541" cy="51274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214" y="2978910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Active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894704" y="1805082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Missing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100939" y="4217952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Unreachable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2840750" y="5413518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Removed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61475" y="6395244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Nodes that transition from </a:t>
            </a:r>
            <a:r>
              <a:rPr lang="en-US" sz="7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Active</a:t>
            </a: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</a:t>
            </a:r>
            <a:r>
              <a:rPr lang="en-US" sz="7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Missing</a:t>
            </a: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without a decommission event often indicate a silent failure — a key signal that's easy to miss without timeline visualization.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7388"/>
            <a:ext cx="6903269" cy="388312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32251" y="986631"/>
            <a:ext cx="1294872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45656" y="1043285"/>
            <a:ext cx="167764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8032251" y="1349375"/>
            <a:ext cx="3504219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Event Feed Visualization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8032251" y="2719685"/>
            <a:ext cx="3504219" cy="3194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Event Feed is your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chronological audit trail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for every change across your fleet. It captures cookbook uploads, policy applications, node check-ins, and compliance scan completions — all timestamped and searchable.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it to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correlate incidents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configuration changes: if a service degraded at 3pm, the event feed shows exactly what changed at 2:55pm.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66998"/>
            <a:ext cx="1294872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1123652"/>
            <a:ext cx="167764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297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Filtering &amp; Segmenting Views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303859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Powerful filtering lets you slice your infrastructure data to surface exactly what matters to your team right now.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2818904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0482" y="3007916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Tags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850482" y="3416598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nodes by custom metadata tags — team, cost center, application, or criticality tier.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818904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79308" y="3007916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Environments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79308" y="3416598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 views to dev, staging, or production — compare compliance posture across environments side by side.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4399459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0482" y="4588470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Platforms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50482" y="4997152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Segment by OS — Ubuntu, RHEL, Windows — to target platform-specific patching or compliance profiles.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190301" y="4399459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79308" y="4588470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Policies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6379308" y="4997152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View nodes grouped by applied policy file or cookbook, instantly showing which policy versions are live.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523478"/>
            <a:ext cx="1234350" cy="273645"/>
          </a:xfrm>
          <a:prstGeom prst="roundRect">
            <a:avLst>
              <a:gd name="adj" fmla="val 7900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69521" y="577453"/>
            <a:ext cx="1627841" cy="165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VISUALIZATION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61475" y="865783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Integrating With Splunk, Elastic &amp; Grafana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661475" y="2249487"/>
            <a:ext cx="6296860" cy="8444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Chef Automate's </a:t>
            </a:r>
            <a:r>
              <a:rPr lang="en-US" sz="14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Feed</a:t>
            </a: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feature streams compliance and node run telemetry to external platforms — enabling custom dashboards, long-term retention, and cross-tool correlation in your existing observability stack.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61475" y="3287117"/>
            <a:ext cx="1984524" cy="3047305"/>
          </a:xfrm>
          <a:prstGeom prst="roundRect">
            <a:avLst>
              <a:gd name="adj" fmla="val 1362"/>
            </a:avLst>
          </a:prstGeom>
          <a:solidFill>
            <a:srgbClr val="292C32"/>
          </a:solidFill>
          <a:ln w="25399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6952" y="3492599"/>
            <a:ext cx="157357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Splunk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66952" y="3877072"/>
            <a:ext cx="1573570" cy="1970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 compliance and run data as JSON events for SIEM alerting and executive reporting.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817643" y="3287117"/>
            <a:ext cx="1984524" cy="3047305"/>
          </a:xfrm>
          <a:prstGeom prst="roundRect">
            <a:avLst>
              <a:gd name="adj" fmla="val 1362"/>
            </a:avLst>
          </a:prstGeom>
          <a:solidFill>
            <a:srgbClr val="292C32"/>
          </a:solidFill>
          <a:ln w="25399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023120" y="3492599"/>
            <a:ext cx="157357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Elastic Stack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3023120" y="3877072"/>
            <a:ext cx="1573570" cy="1688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 node telemetry in Elasticsearch and build Kibana visualizations for ops teams.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973811" y="3287117"/>
            <a:ext cx="1984524" cy="3047305"/>
          </a:xfrm>
          <a:prstGeom prst="roundRect">
            <a:avLst>
              <a:gd name="adj" fmla="val 1362"/>
            </a:avLst>
          </a:prstGeom>
          <a:solidFill>
            <a:srgbClr val="292C32"/>
          </a:solidFill>
          <a:ln w="25399">
            <a:solidFill>
              <a:srgbClr val="6164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179288" y="3492599"/>
            <a:ext cx="157357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Grafana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179288" y="3877072"/>
            <a:ext cx="1573570" cy="225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via the Data Feed API to render time-series compliance and run metrics alongside application performance data.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289149"/>
            <a:ext cx="1319179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1345803"/>
            <a:ext cx="17019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PRACTICE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5189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Tagging Nodes Consistently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696071"/>
            <a:ext cx="5203794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Meaningful tags are the foundation of filtered, actionable reports. Without a consistent tagging taxonomy, dashboards become noise. Establish a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company-wide tagging standard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onboarding nodes at scale.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61475" y="4075807"/>
            <a:ext cx="5203794" cy="1426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environment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tags: </a:t>
            </a:r>
            <a:r>
              <a:rPr lang="en-US" sz="145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env:prod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env:staging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team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tags: </a:t>
            </a:r>
            <a:r>
              <a:rPr lang="en-US" sz="145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team:platform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team:security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criticality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tags: </a:t>
            </a:r>
            <a:r>
              <a:rPr lang="en-US" sz="145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tier:1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450" dirty="0">
                <a:solidFill>
                  <a:srgbClr val="D4D4D1"/>
                </a:solidFill>
                <a:highlight>
                  <a:srgbClr val="36393F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tier:2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tags via cookbook attributes or Policyfiles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96651" y="2526010"/>
            <a:ext cx="5476043" cy="3042841"/>
          </a:xfrm>
          <a:prstGeom prst="roundRect">
            <a:avLst>
              <a:gd name="adj" fmla="val 932"/>
            </a:avLst>
          </a:prstGeom>
          <a:solidFill>
            <a:srgbClr val="FFBC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85658" y="2715022"/>
            <a:ext cx="509802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It Matters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6385658" y="3199309"/>
            <a:ext cx="509802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tags unlock segmented compliance reports, targeted remediation, and meaningful trend analysis — turning raw data into decision-ready intelligence for every team in your organization.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59193" cy="143470"/>
          </a:xfrm>
          <a:prstGeom prst="roundRect">
            <a:avLst>
              <a:gd name="adj" fmla="val 7905"/>
            </a:avLst>
          </a:prstGeom>
          <a:noFill/>
          <a:ln w="635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155473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PRACTICE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Scheduling Scans &amp; Automating Remediation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77" y="1048246"/>
            <a:ext cx="10489541" cy="51274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214" y="2812421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Schedule Scans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894704" y="1638593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Run InSpec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100939" y="4051463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Detect &amp; Alert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840750" y="5247029"/>
            <a:ext cx="2445415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Auto‑Remediate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6228755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Automate the full loop — from scan to fix — to reduce mean time to remediation (MTTR) and eliminate manual toil in your compliance workflow.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83816"/>
            <a:ext cx="6915870" cy="38902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08737" y="856555"/>
            <a:ext cx="1215995" cy="264616"/>
          </a:xfrm>
          <a:prstGeom prst="roundRect">
            <a:avLst>
              <a:gd name="adj" fmla="val 7902"/>
            </a:avLst>
          </a:prstGeom>
          <a:noFill/>
          <a:ln w="635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8113212" y="908745"/>
            <a:ext cx="1616630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PRACTICE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8008737" y="1185366"/>
            <a:ext cx="3527734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Setting Up Failure Notifications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8008737" y="2979539"/>
            <a:ext cx="3527734" cy="187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Chef Automate supports </a:t>
            </a:r>
            <a:r>
              <a:rPr lang="en-US" sz="13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webhook-based notifications</a:t>
            </a: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that fire when a Chef client run fails or a compliance scan crosses a threshold. Integrate with </a:t>
            </a:r>
            <a:r>
              <a:rPr lang="en-US" sz="13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Slack, PagerDuty, or any HTTP endpoint</a:t>
            </a: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ensure the right team is alerted the moment something goes wrong — not during the next morning's standup.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08737" y="4998641"/>
            <a:ext cx="3527734" cy="1127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Configure per-project or global notification rules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 alerts by severity, profile, or environment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36873"/>
            <a:ext cx="1319179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FFBC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4879" y="1393527"/>
            <a:ext cx="17019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PRACTICE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699617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Version-Controlling Policies &amp; Using Habitat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73734"/>
            <a:ext cx="3496877" cy="29472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77479" y="2788146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Policyfiles in Source Control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977479" y="3492103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Store all Policyfiles and cookbook versions in Git. Treat infrastructure policy as code — with pull requests, code review, and a full audit trail of every change to your fleet's desired state.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7359" y="2573734"/>
            <a:ext cx="3496877" cy="294729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363" y="2788146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Habitat for Application Delivery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663363" y="3492103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Package applications with Habitat to decouple app delivery from OS configuration. Automate surfaces Habitat service health alongside infrastructure data, giving you a unified operational view.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33244" y="2573734"/>
            <a:ext cx="3496877" cy="294729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349247" y="2788146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Promotion Pipelines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349247" y="3196828"/>
            <a:ext cx="2966467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 Chef Automate's visibility layer to gate cookbook promotions — only advancing to production when compliance and run success rates meet defined thresholds.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759148"/>
            <a:ext cx="1515132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4879" y="1815802"/>
            <a:ext cx="18979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USAGE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2121892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Custom Compliance Profiles &amp; Waiver Management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61475" y="3586659"/>
            <a:ext cx="629686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Beyond built-in benchmarks, teams can author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custom InSpec profiles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tailored to internal security policies, application-specific controls, or proprietary infrastructure configurations.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Waiver management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allows formally documenting accepted risks — with expiry dates and justifications — so exceptions are tracked and auditable rather than silently ignored.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57119" cy="143470"/>
          </a:xfrm>
          <a:prstGeom prst="roundRect">
            <a:avLst>
              <a:gd name="adj" fmla="val 7905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25339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USAGE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Data Feeds API: Exporting to External SIEM Tools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387725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</a:t>
            </a:r>
            <a:r>
              <a:rPr lang="en-US" sz="7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Data Feeds API</a:t>
            </a: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enables continuous streaming of Chef Automate telemetry to any external system. Configure multiple destinations simultaneously — each receiving a normalized JSON payload of compliance results and node run data.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61475" y="3657005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custom HTTP endpoints with auth headers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Configurable push intervals (as low as 4 hours)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Payload includes full control-level detail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Ideal for long-term retention beyond Automate's default window</a:t>
            </a:r>
            <a:endParaRPr lang="en-US" sz="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3360" y="1312664"/>
            <a:ext cx="1515132" cy="287139"/>
          </a:xfrm>
          <a:prstGeom prst="roundRect">
            <a:avLst>
              <a:gd name="adj" fmla="val 7899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346765" y="1369318"/>
            <a:ext cx="189790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USAGE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1675408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Chef Automate in Multi-Cloud &amp; Hybrid Environments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5233360" y="3730823"/>
            <a:ext cx="629686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Chef Automate is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cloud-agnostic by design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A single Automate instance can aggregate telemetry from nodes running on AWS, Azure, GCP, and on-premise data centers simultaneously — providing a unified compliance and operational view regardless of where your workloads live. Use </a:t>
            </a:r>
            <a:r>
              <a:rPr lang="en-US" sz="14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cloud-specific InSpec resources</a:t>
            </a:r>
            <a:r>
              <a:rPr lang="en-US" sz="14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to audit cloud configuration directly alongside OS-level controls.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757119" cy="143470"/>
          </a:xfrm>
          <a:prstGeom prst="roundRect">
            <a:avLst>
              <a:gd name="adj" fmla="val 7905"/>
            </a:avLst>
          </a:prstGeom>
          <a:solidFill>
            <a:srgbClr val="4D1F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18127" y="548084"/>
            <a:ext cx="125339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ADVANCED USAGE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Automating End-to-End CI/CD Pipelines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45" y="1048246"/>
            <a:ext cx="9696406" cy="529867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526245" y="3530991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Commit &amp; Build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199678" y="3496517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Staging Gate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428174" y="3507556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Automate Approval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661475" y="6400006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Chef Automate acts as the </a:t>
            </a:r>
            <a:r>
              <a:rPr lang="en-US" sz="7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visibility and gating layer</a:t>
            </a:r>
            <a:r>
              <a:rPr lang="en-US" sz="7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your pipeline — blocking promotions when compliance scores or run success rates fall below acceptable thresholds, ensuring only validated, compliant code reaches production.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5171"/>
            <a:ext cx="6296860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Takeaways &amp; Next Steps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5233360" y="1395809"/>
            <a:ext cx="405298" cy="405309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300877" y="1429544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5810303" y="1457722"/>
            <a:ext cx="57199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Start with Visibility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810303" y="1842195"/>
            <a:ext cx="571991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 nodes, establish consistent tagging, and get your Infrastructure and Compliance dashboards operational first.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233360" y="2748558"/>
            <a:ext cx="405298" cy="405309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300877" y="2782292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5810303" y="2810470"/>
            <a:ext cx="57199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Enforce Compliance as Code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810303" y="3194943"/>
            <a:ext cx="571991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 InSpec profiles early. Version-control them alongside your cookbooks and schedule automated scans from day one.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233360" y="4101306"/>
            <a:ext cx="405298" cy="405309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5300877" y="4135041"/>
            <a:ext cx="270166" cy="33774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5810303" y="4163219"/>
            <a:ext cx="5719917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Integrate &amp; Scale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5810303" y="4547691"/>
            <a:ext cx="5719917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 Automate to your SIEM, alerting, and CI/CD tools to build a fully automated, self-healing infrastructure pipeline.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233360" y="5303838"/>
            <a:ext cx="6296860" cy="978991"/>
          </a:xfrm>
          <a:prstGeom prst="roundRect">
            <a:avLst>
              <a:gd name="adj" fmla="val 2760"/>
            </a:avLst>
          </a:prstGeom>
          <a:solidFill>
            <a:srgbClr val="80330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438" y="5546923"/>
            <a:ext cx="225122" cy="18008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5818637" y="5520432"/>
            <a:ext cx="5531505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Start small, instrument everything, and let Chef Automate's visibility layer guide your path to full automation maturity.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25</Slides>
  <Notes>25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Lorenzo McGhie</cp:lastModifiedBy>
  <cp:revision>2</cp:revision>
  <dcterms:created xsi:type="dcterms:W3CDTF">2026-10-01T10:19:59Z</dcterms:created>
  <dcterms:modified xsi:type="dcterms:W3CDTF">2026-10-25T20:10:14Z</dcterms:modified>
</cp:coreProperties>
</file>